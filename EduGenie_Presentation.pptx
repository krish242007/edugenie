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263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457200"/>
            <a:ext cx="1463040" cy="146304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1371600"/>
            <a:ext cx="731520" cy="731520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EduGenie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BFE3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 Powered Learning Assistant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40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Balakrishnan N  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11/04/2025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EDUGENIE?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and receive smart, concise answers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complex concepts through simplified explanations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quizzes from topics or text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personalized learning recommendations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large educational passages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0" y="1463040"/>
            <a:ext cx="2651760" cy="2560320"/>
          </a:xfrm>
          <a:prstGeom prst="roundRect">
            <a:avLst>
              <a:gd name="adj" fmla="val 5357"/>
            </a:avLst>
          </a:prstGeom>
          <a:solidFill>
            <a:srgbClr val="0B3C4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943600" y="1691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2834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modules in one simple web app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LEARNERS USE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 Scenarios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499360" cy="274320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60020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1: Quick answers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48840"/>
            <a:ext cx="2133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exploring oceans and rivers asks "Which is the largest ocean?" and gets a concise answer.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22320" y="1417320"/>
            <a:ext cx="2499360" cy="274320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505200" y="1600200"/>
            <a:ext cx="411480" cy="41148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5052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08120" y="160020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2: Self-assessment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05200" y="2148840"/>
            <a:ext cx="2133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checks her understanding of the Pythagoras Theorem by clicking Generate Quiz.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6000" y="1417320"/>
            <a:ext cx="2499360" cy="274320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78880" y="1600200"/>
            <a:ext cx="411480" cy="411480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2788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81800" y="160020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3: Learning path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78880" y="2148840"/>
            <a:ext cx="2133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learner exploring SQL requests a structured plan from beginner to advanced with timelines and suggestions.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FIT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80060" y="150876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87552" y="1645920"/>
            <a:ext cx="402336" cy="402336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987552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53212" y="2148840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2514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a task and enters text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24812" y="2240280"/>
            <a:ext cx="219456" cy="219456"/>
          </a:xfrm>
          <a:prstGeom prst="rightArrow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171700" y="150876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679192" y="1645920"/>
            <a:ext cx="402336" cy="402336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2679192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44852" y="2148840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263140" y="2514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 + CSS styling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16452" y="2240280"/>
            <a:ext cx="219456" cy="219456"/>
          </a:xfrm>
          <a:prstGeom prst="rightArrow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863340" y="150876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370832" y="1645920"/>
            <a:ext cx="402336" cy="402336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4370832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936492" y="2148840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954780" y="2514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route each task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8092" y="2240280"/>
            <a:ext cx="219456" cy="219456"/>
          </a:xfrm>
          <a:prstGeom prst="rightArrow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554980" y="150876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062472" y="1645920"/>
            <a:ext cx="402336" cy="402336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062472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628132" y="2148840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46420" y="2514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QnA, Quiz, Summary, Path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99732" y="2240280"/>
            <a:ext cx="219456" cy="219456"/>
          </a:xfrm>
          <a:prstGeom prst="rightArrow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246620" y="150876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754112" y="1645920"/>
            <a:ext cx="402336" cy="402336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7754112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319772" y="2148840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338060" y="2514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Pro + LaMini-Flan-T5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design: each feature lives in its own Python file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inference for reasoning, local model for lightweight explanations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FRAMEWORKS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2624328"/>
        </p:xfrm>
        <a:graphic>
          <a:graphicData uri="http://schemas.openxmlformats.org/drawingml/2006/table">
            <a:tbl>
              <a:tblPr/>
              <a:tblGrid>
                <a:gridCol w="268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EduGenie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application logic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RESTful endpoints for every 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Uvicorn (ASGI)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the FastAPI app locally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Jinja2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 templates/index.html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+ CSS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form and result display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Q&amp;A, summary, quiz, learning 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LaMini-Flan-T5-783M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 explanations on CPU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READY TO RUN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Prerequisites and Setup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389120" cy="3017520"/>
          </a:xfrm>
          <a:prstGeom prst="roundRect">
            <a:avLst>
              <a:gd name="adj" fmla="val 3636"/>
            </a:avLst>
          </a:prstGeom>
          <a:solidFill>
            <a:srgbClr val="0B3C4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77240" y="160020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verify Python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--version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install dependencies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fastapi uvicorn jinja2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start the app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main:app --reload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46304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Python 3.10+ and tick Add Python to PATH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Google AI Studio, create a project and enable the Gemini API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 API key and store it securely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Uvicorn and Jinja2 with pip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389120" cy="3017520"/>
          </a:xfrm>
          <a:prstGeom prst="roundRect">
            <a:avLst>
              <a:gd name="adj" fmla="val 3636"/>
            </a:avLst>
          </a:prstGeom>
          <a:solidFill>
            <a:srgbClr val="0B3C4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77240" y="160020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EduGenie/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main.py                 # FastAPI app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explanation_module.py   # Concept explanation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qna.py                  # Question answering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quiz_module.py          # Quiz generation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summary_module.py       # Summarization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learning_path.py        # Recommendations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templates/index.html    # HTML frontend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static/style.css        # Styling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requirements.txt        # Dependencies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46304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module per feature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 and static/ hold the UI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pins dependencies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AI MODELS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1: Model Selection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178612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1.5 Pro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(API)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Q&amp;A, summarization, quizzes, learning paths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reasoning, structured outputs, cloud inference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LaMini-Flan-T5-783M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 explanation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Instruction-tuned, lightweight, CPU-compatible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2: CORE FUNCTIONALITY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86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600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488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LaMini-Flan-T5 gives concise, context-aware explanations in simple language for beginners.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3886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92040" y="1600200"/>
            <a:ext cx="411480" cy="41148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8920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600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1488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Pro answers general knowledge and academic questions accurately.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3886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411480" cy="411480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3152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291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8404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Condenses long paragraphs, keeping core information and removing redundancy.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108960"/>
            <a:ext cx="3886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92040" y="3291840"/>
            <a:ext cx="411480" cy="41148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489204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3291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38404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get_learning_recommendations builds a beginner-to-advanced plan with videos, articles and books, and handles invalid responses safely.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MCQS FROM A PASSAGE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Module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80060" y="150876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87552" y="1645920"/>
            <a:ext cx="402336" cy="402336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987552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53212" y="2148840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2514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text or topic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24812" y="2240280"/>
            <a:ext cx="219456" cy="219456"/>
          </a:xfrm>
          <a:prstGeom prst="rightArrow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171700" y="150876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679192" y="1645920"/>
            <a:ext cx="402336" cy="402336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2679192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44852" y="2148840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263140" y="2514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request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16452" y="2240280"/>
            <a:ext cx="219456" cy="219456"/>
          </a:xfrm>
          <a:prstGeom prst="rightArrow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863340" y="150876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370832" y="1645920"/>
            <a:ext cx="402336" cy="402336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4370832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936492" y="2148840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954780" y="2514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3 MCQs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8092" y="2240280"/>
            <a:ext cx="219456" cy="219456"/>
          </a:xfrm>
          <a:prstGeom prst="rightArrow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554980" y="150876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062472" y="1645920"/>
            <a:ext cx="402336" cy="402336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062472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628132" y="2148840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46420" y="2514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clean_json_block removes fences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99732" y="2240280"/>
            <a:ext cx="219456" cy="219456"/>
          </a:xfrm>
          <a:prstGeom prst="rightArrow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246620" y="150876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754112" y="1645920"/>
            <a:ext cx="402336" cy="402336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7754112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319772" y="2148840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338060" y="2514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 shown as quiz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has 4 options and one correct answer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choices are corrected for the learner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2, ACTIVITY 2.2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 with FastAPI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1972056"/>
        </p:xfrm>
        <a:graphic>
          <a:graphicData uri="http://schemas.openxmlformats.org/drawingml/2006/table">
            <a:tbl>
              <a:tblPr/>
              <a:tblGrid>
                <a:gridCol w="268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/qa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qna.py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a question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/explain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explanation_module.py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a concept simply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/quiz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quiz_module.py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three MCQs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/summarize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summary_module.py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Summarize long 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/learn/recommendations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learning_path.py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learning 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64008" marB="64008">
                    <a:lnL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3: WEB INTERFACE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dropdown: Explain, QnA, Quiz, Summary, Recommend Path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area for user input and a Submit button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with styled buttons, input areas and result container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integration: form submission posts to FastAPI and shows the result in real time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0" y="1463040"/>
            <a:ext cx="2651760" cy="2560320"/>
          </a:xfrm>
          <a:prstGeom prst="roundRect">
            <a:avLst>
              <a:gd name="adj" fmla="val 5357"/>
            </a:avLst>
          </a:prstGeom>
          <a:solidFill>
            <a:srgbClr val="0B3C4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943600" y="1691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2834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(index.html) styled by style.css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and Testing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389120" cy="3017520"/>
          </a:xfrm>
          <a:prstGeom prst="roundRect">
            <a:avLst>
              <a:gd name="adj" fmla="val 3636"/>
            </a:avLst>
          </a:prstGeom>
          <a:solidFill>
            <a:srgbClr val="0B3C4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77240" y="160020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locally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main:app --reload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 in browser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9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http://127.0.0.1:8000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46304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and check the answer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 explanation of a topic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quiz (3 questions, 4 options)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a long paragraph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personalized learning plan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Future Scope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86200" cy="1463040"/>
          </a:xfrm>
          <a:prstGeom prst="roundRect">
            <a:avLst>
              <a:gd name="adj" fmla="val 7500"/>
            </a:avLst>
          </a:prstGeom>
          <a:solidFill>
            <a:srgbClr val="14525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600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488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 accuracy, performance across devices, personalization versus usability, data privacy.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3886200" cy="1463040"/>
          </a:xfrm>
          <a:prstGeom prst="roundRect">
            <a:avLst>
              <a:gd name="adj" fmla="val 7500"/>
            </a:avLst>
          </a:prstGeom>
          <a:solidFill>
            <a:srgbClr val="14525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92040" y="1600200"/>
            <a:ext cx="411480" cy="41148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8920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600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1488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engineering, cloud integration, user-centric design, scalable architecture.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3886200" cy="1463040"/>
          </a:xfrm>
          <a:prstGeom prst="roundRect">
            <a:avLst>
              <a:gd name="adj" fmla="val 7500"/>
            </a:avLst>
          </a:prstGeom>
          <a:solidFill>
            <a:srgbClr val="14525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411480" cy="411480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3152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291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features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8404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interaction, multilingual support, mobile app, progress dashboards, gamification.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108960"/>
            <a:ext cx="3886200" cy="1463040"/>
          </a:xfrm>
          <a:prstGeom prst="roundRect">
            <a:avLst>
              <a:gd name="adj" fmla="val 7500"/>
            </a:avLst>
          </a:prstGeom>
          <a:solidFill>
            <a:srgbClr val="14525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92040" y="3291840"/>
            <a:ext cx="411480" cy="41148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489204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3291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38404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study, teacher and parent dashboards, LMS integration, image and PDF input.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LEARNER-FIRST COMPANION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concepts for learners of all levels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modules: explain, Q&amp;A, quiz, summary, learning path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and scalable for future growth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0" y="1463040"/>
            <a:ext cx="2651760" cy="2560320"/>
          </a:xfrm>
          <a:prstGeom prst="roundRect">
            <a:avLst>
              <a:gd name="adj" fmla="val 5357"/>
            </a:avLst>
          </a:prstGeom>
          <a:solidFill>
            <a:srgbClr val="0B3C4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943600" y="1691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2834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from model selection to deployment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954</Words>
  <Application>Microsoft Office PowerPoint</Application>
  <PresentationFormat>On-screen Show (16:9)</PresentationFormat>
  <Paragraphs>237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EduGenie Documentation</dc:title>
  <dc:subject>PptxGenJS Presentation</dc:subject>
  <dc:creator>PptxGenJS</dc:creator>
  <cp:lastModifiedBy>liki300617@gmail.com</cp:lastModifiedBy>
  <cp:revision>2</cp:revision>
  <dcterms:created xsi:type="dcterms:W3CDTF">2026-09-29T03:33:09Z</dcterms:created>
  <dcterms:modified xsi:type="dcterms:W3CDTF">2026-09-29T03:46:53Z</dcterms:modified>
</cp:coreProperties>
</file>